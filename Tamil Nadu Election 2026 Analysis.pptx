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AD9B-FC63-813F-4FBE-3DA9D6B6A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BA71C-6BA1-22D1-3FFF-D0BA1173E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7066-9B3D-14BE-EB7D-C30234C4D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087B4-6AC1-545E-AC05-25D8D4340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EDF48-57F3-6A58-E797-A94DD4F37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61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90FD3-2966-622D-7118-6831A970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6E9A0-A91F-1DD8-5C23-AA9F281A4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CC94E-FB62-01B9-8526-8B612433B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17510-A2C8-E60B-8FC2-158F591A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2733E-C5F3-BDF4-D03D-F21B1DAB9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49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D2042-E3CB-1FA1-A1A3-20C05D4EC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3EF18-EA6B-A781-F022-F2070EFE1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62D92-61B3-A23C-36C5-D9CB1602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BD496-17CD-CC44-941B-F733FDE9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54704-F02D-9272-2B8E-5BBA852F5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982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E4505-8BB9-C5CC-373F-BEB860E3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BCB05-5BA5-7264-D789-8B886D2D8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F00CC-39D3-7518-5603-9AA1DCDB6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E53E73-D060-8AD5-D53E-34AF6B71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7FFA48-4947-7476-1C01-1D967C3BF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15DCA-DD65-BE0E-F5B2-CCA350EB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105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2166-9B69-DA03-46F7-93C4F98E8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64E6C2-E886-B2C2-81EB-42E4330CF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57C1E-4144-0739-DC0E-3D15CE959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38F26-F7FC-0988-2F2F-83E24116B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64D01C-BC5D-E224-BB0F-C898F4EC3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15939C-78C4-E0F3-14DE-052478A7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106717-EE33-F8A6-69F8-34BFFA08A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3AD20-BC38-CED9-B1CB-8E123FA25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39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DE36B-0D37-B813-8208-B5EE40322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855369-E204-0455-18FD-A0CF8AAAA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43733-153D-60C9-B04D-297D96EC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1FF99A-928C-8BB0-21E1-0E93E2696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8588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6D5D0-58DE-C0C4-CBDC-FC6CC14A4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D3E6F-1F34-2ADC-D28E-0927245D7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84111-F31F-617A-FA2B-FF7C96193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888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3FC49-89F6-6071-2EF2-C60AECB30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2A836-3B4C-EA5F-BCFA-0015B02C9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92328C-CD26-4248-7ECC-4F0CCC2BA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0933BF-7078-876C-2CB3-4AA39E49C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E04451-5161-C5B0-E504-954AA1647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109CB-73E8-27A5-93E6-1F275C0D9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26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E4A8A-E8EE-F5A3-FEB9-2BD7FD5ED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50DE2C-6591-B2E8-D903-B90554F1B8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BCA91E-77BA-1410-B6D5-14B3A8790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3857D-40B8-3726-0A94-5EF32AD2B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11A7D-F7A6-12D3-0F87-FB77FF37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B6F56C-76B7-DF22-2C98-2DD2A968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053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92212-84B2-85DE-8433-ACB55FBE7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8B52D-0D05-7BDD-1E54-385207753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A90D3-E947-A2E8-D3A9-D0F730AF6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A7E2C-0EDD-29CC-56E6-27C803CB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6A492-8B1B-E684-0C46-334285324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6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46ECC0-65AE-8E35-DB89-ECDF30DFDE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4E2BBB-7DA4-FB2F-CEF1-B56963388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B5DC-0E5B-424C-0EC5-4CD0B7B7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5E799-D7E0-8D94-BFE8-AD5895D50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94D6A-47FC-94B1-AB47-E4C81849A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683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26DB1C-4A15-DD64-33F8-46B4237C5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DD5668-471F-B459-81F3-DC118D0E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00B6C-F92F-09A5-81EE-C7C2E625E3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330163-EA38-48A3-9E20-E5844180ADA8}" type="datetimeFigureOut">
              <a:rPr lang="en-IN" smtClean="0"/>
              <a:t>19-05-2026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28586-8EE5-5EE9-B56E-61CB47B18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3021-B52D-0562-9317-B8061E2A5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034EBA-8B27-419F-B0A0-642803F7F4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141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mailto:chintalamaheshbabu1005@gmail.com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6051F-FA46-768C-EC2F-33AA316678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Nadu Election 2026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DAEC2D-720F-4B2A-66E5-E58B683753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Seat Flips, Vote Share, and Victory Margins</a:t>
            </a:r>
            <a:endParaRPr lang="en-IN" sz="3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/>
            <a:r>
              <a:rPr lang="en-IN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Chintala Mahesh Babu</a:t>
            </a:r>
            <a:endParaRPr lang="en-U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7146A0-B3C1-3E64-B3EF-27BD15D313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4875" y="405962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711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96458-7764-8B39-A3B5-AC1A04B0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A9E72-1AF0-4CE1-22C7-50732A7419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study the patterns that have occurred in the election results of Tamil Nadu 2026.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key patterns in margin of victory, vote share, and political changes.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insights based on statistical evidence.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E859A-25EF-B4D0-D4EF-7E5C8BBBC2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Questions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Flip Analysis: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Which constituencies changed political control from 2021 to 2026?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Share Analysis: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How was the vote distributed among parties in 2026?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Analysis: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What were the closest electoral contests and their implications?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520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EF5D8-1DB3-E2D9-C9D3-AC062955A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and Tools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965E6-F232-99F0-CB3B-FEB472B3DB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 2021 Results: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Detailed election results from the 2021 Tamil Nadu assembly elections.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TN 2026 Results: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Simulated/projected election results for the 2026 Tamil Nadu assembly elections.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Constituency Data: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Master data providing demographic and geographical information for each constituency.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7AC1D6-1F90-0DD3-4D43-50A65198C6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Libraries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Primary programming language for data manipulation and analysis.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analysis library for efficient data handling.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Seaborn: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Visualization libraries for creating insightful charts.</a:t>
            </a:r>
          </a:p>
          <a:p>
            <a:pPr>
              <a:lnSpc>
                <a:spcPct val="12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Cloud-based platform for collaborative coding and execution.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1192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0FB64-1476-972F-8726-8E0C71DB1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Flip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664BC-4CB2-6A97-04D0-87190B7BC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"More than half of the constituencies have undergone change of political control.“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 display depicting the number of seats won by the winning party (for instance,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flip_counts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out that there were 143 constituencies that had undergone changes in winning parties.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Illustrates the volatility of politics in Tamil Nadu.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that there have been considerable changes in voter preferences during the two elections.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64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0749-C514-C9FA-5C15-33F9BC23A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Flip Analysis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C846140-CA9A-A66B-207D-BDD775BD4F5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701" y="1825625"/>
            <a:ext cx="878259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57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E7A21-206B-0729-48D8-B02EFDC06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Share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84BCF-B0D0-5C72-4BA0-2F077B8CD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graph demonstrating the total number of votes won by prominent parties (for example, 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vote_share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after filtering for prominent parties).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 Boxes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Prominent Parties: What parties have won the most votes and thus have large voter bases.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Entrants: What parties have shown surprising strength even if they did not win many seats.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Diversity: How many parties won any votes at all.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41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568B7-3D1F-6A47-6DFA-489C3FE0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3788" y="872024"/>
            <a:ext cx="7953811" cy="8345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Share Analysis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D53F1E9-68D5-E6B5-A04B-613A616302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824" y="1706524"/>
            <a:ext cx="11405307" cy="4694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0398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7884-AC48-6B39-3FC1-EE4294C3F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305BF-FC26-D4FA-5242-F847B934F1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"There was one constituency that was won by just 1 vote." (Just an example, use actual margin in case it was 1, otherwise adjust accordingly).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graph showing the smallest winning margins for certain constituencies (based 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close_seats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total of 26 races where margin was below 2000 votes.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competitive some constituencies can be.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margins highlight the significance of every vote.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8134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A711-82B6-EF17-1E97-422616BB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Margin Analysis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732090D-7C7F-A3B6-2E87-0796E0AA011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959" y="1825625"/>
            <a:ext cx="1024408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91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EA2F9-87D7-57D0-A9F8-C07D8EC30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 Dynamics: Shaping the Election Outcome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2332A-972B-DBB5-5D3B-86072862F5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Seat Flips and Voter Volatility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number of seat flips suggests that voters are dynamic.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Voters are ready to change their allegiance depending on the changing political narrative and candidate performances.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Reallocation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in vote shares of political parties is always directly proportional to winning or losing constituencies.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emergence of new parties or the rise of an old one will definitely affect the political landscape.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3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09F8-DD49-C500-3ED5-98A71C324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Interconnected Dynamics: Shaping the Election Outcome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BACB0-2C79-8722-76A7-1E1388AEA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Margins and Strategic Significance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margins mean tough competition and can easily be turned around with a slight swing.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constituencies are highly strategic and need to be prioritized by political parties.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168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5729D-64B8-798B-1496-F2E9F604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Election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3C09D-E85C-5D97-3FF8-76015DFD6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constituencies: 4257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close contests: 26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Closest margin: 138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margin: 16742.369098712446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flipped seats: 143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8368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C7988-3126-E0AA-6E63-09DE7B402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41C8F-408A-5DB7-9783-F435471FE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0203"/>
            <a:ext cx="10515600" cy="496267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Workflow Steps: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sz="2800" b="1" dirty="0"/>
              <a:t>1. Data Collection:</a:t>
            </a:r>
            <a:r>
              <a:rPr lang="en-US" sz="2800" dirty="0"/>
              <a:t> Sourcing election results (2021 &amp; 2026) and constituency master data.</a:t>
            </a:r>
          </a:p>
          <a:p>
            <a:pPr lvl="1">
              <a:lnSpc>
                <a:spcPct val="110000"/>
              </a:lnSpc>
            </a:pPr>
            <a:r>
              <a:rPr lang="en-US" sz="2800" b="1" dirty="0"/>
              <a:t>2. Data Cleaning &amp; Preprocessing:</a:t>
            </a:r>
            <a:r>
              <a:rPr lang="en-US" sz="2800" dirty="0"/>
              <a:t> Handling missing values, standardizing formats, and preparing data for analysis.</a:t>
            </a:r>
          </a:p>
          <a:p>
            <a:pPr lvl="1">
              <a:lnSpc>
                <a:spcPct val="110000"/>
              </a:lnSpc>
            </a:pPr>
            <a:r>
              <a:rPr lang="en-US" sz="2800" b="1" dirty="0"/>
              <a:t>3. Analysis &amp; Feature Engineering:</a:t>
            </a:r>
            <a:r>
              <a:rPr lang="en-US" sz="2800" dirty="0"/>
              <a:t> Calculating margins, identifying winners, and determining seat flips.</a:t>
            </a:r>
          </a:p>
          <a:p>
            <a:pPr lvl="1">
              <a:lnSpc>
                <a:spcPct val="110000"/>
              </a:lnSpc>
            </a:pPr>
            <a:r>
              <a:rPr lang="en-US" sz="2800" b="1" dirty="0"/>
              <a:t>4. Visualization:</a:t>
            </a:r>
            <a:r>
              <a:rPr lang="en-US" sz="2800" dirty="0"/>
              <a:t> Creating charts to represent vote share, close contests, and flipped seats.</a:t>
            </a:r>
          </a:p>
          <a:p>
            <a:pPr lvl="1">
              <a:lnSpc>
                <a:spcPct val="110000"/>
              </a:lnSpc>
            </a:pPr>
            <a:r>
              <a:rPr lang="en-US" sz="2800" b="1" dirty="0"/>
              <a:t>5. Insights &amp; Interpretation:</a:t>
            </a:r>
            <a:r>
              <a:rPr lang="en-US" sz="2800" dirty="0"/>
              <a:t> Deriving meaningful conclusions and answering research questions.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383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30F32-4BF7-B360-5998-3DC4445DE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8185-3CB2-061E-53B6-8FD8DC75E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Nadu 2026 election is an example of the highly competitive and dynamic nature of politics.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were many seat changes in several constituencies, reflecting a shift in voting trends.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analysis of vote shares can shed light on the strength of dominant political parties as well as new political actors.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winning margins show the significance of local campaigning and each individual vote.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62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CE6F7-481D-1FFE-897F-7F89B7CF9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0569" y="1266092"/>
            <a:ext cx="10515600" cy="5190979"/>
          </a:xfrm>
        </p:spPr>
        <p:txBody>
          <a:bodyPr>
            <a:normAutofit/>
          </a:bodyPr>
          <a:lstStyle/>
          <a:p>
            <a:pPr algn="ctr"/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br>
              <a:rPr lang="en-IN" dirty="0"/>
            </a:br>
            <a:br>
              <a:rPr lang="en-IN" dirty="0"/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IN" sz="2400" dirty="0"/>
              <a:t>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chintalamaheshbabu1005@gmail.com</a:t>
            </a:r>
            <a:br>
              <a:rPr lang="en-IN" sz="2400" dirty="0"/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7988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767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Tamil Nadu Election 2026 Analysis</vt:lpstr>
      <vt:lpstr>Project Overview</vt:lpstr>
      <vt:lpstr>Dataset and Tools Used</vt:lpstr>
      <vt:lpstr>Seat Flip Analysis</vt:lpstr>
      <vt:lpstr>Seat Flip Analysis</vt:lpstr>
      <vt:lpstr>Vote Share Analysis</vt:lpstr>
      <vt:lpstr>Vote Share Analysis</vt:lpstr>
      <vt:lpstr>Margin Analysis</vt:lpstr>
      <vt:lpstr>Margin Analysis</vt:lpstr>
      <vt:lpstr>Interconnected Dynamics: Shaping the Election Outcome</vt:lpstr>
      <vt:lpstr>Interconnected Dynamics: Shaping the Election Outcome</vt:lpstr>
      <vt:lpstr>Key Election Statistics</vt:lpstr>
      <vt:lpstr>Analytical Workflow</vt:lpstr>
      <vt:lpstr>Key Takeaways</vt:lpstr>
      <vt:lpstr>Thank You  Email: chintalamaheshbabu1005@gmail.com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mrdarling221@gmail.com</dc:creator>
  <cp:lastModifiedBy>mrdarling221@gmail.com</cp:lastModifiedBy>
  <cp:revision>2</cp:revision>
  <dcterms:created xsi:type="dcterms:W3CDTF">2026-05-18T14:06:04Z</dcterms:created>
  <dcterms:modified xsi:type="dcterms:W3CDTF">2026-05-19T15:06:09Z</dcterms:modified>
</cp:coreProperties>
</file>